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would make ordinary people storm a fortress? Note their answers to revisit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the class into three groups by estate and hand out 'tax bills' to the Third Estate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 three causes students think mattered most, and why. There is no single right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 timeline and mark one moment they would have wanted to witness,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image for a two-minute 'see, think, wonder'.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Article 1 aloud. Ask who it left out at the time (women, the enslaved in French colonies).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minutes in pairs, then take one view from each side. Push for evidence, not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opening question: what makes ordinary people revolt?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French Revolution · Class 9 History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F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F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inting of the storming of the Bastille, 178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E">
              <a:alpha val="7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9 · HISTORY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2316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French Revolution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1789–1799: how a kingdom became a republic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064447" y="6528816"/>
            <a:ext cx="301752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064447" y="65288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Jean-Pierre Houël · Public domain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kingdom, three estates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54298" cy="3465576"/>
          </a:xfrm>
          <a:prstGeom prst="roundRect">
            <a:avLst>
              <a:gd name="adj" fmla="val 2647"/>
            </a:avLst>
          </a:prstGeom>
          <a:solidFill>
            <a:srgbClr val="F1EEF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7B6D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47672"/>
            <a:ext cx="18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B6D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Estate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377440"/>
            <a:ext cx="18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clergy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2814218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 large share of land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 tithe from peasants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almost no taxes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68698" y="1600200"/>
            <a:ext cx="3454298" cy="3465576"/>
          </a:xfrm>
          <a:prstGeom prst="roundRect">
            <a:avLst>
              <a:gd name="adj" fmla="val 2647"/>
            </a:avLst>
          </a:prstGeom>
          <a:solidFill>
            <a:srgbClr val="F4EAEA"/>
          </a:solidFill>
          <a:ln/>
        </p:spPr>
      </p:sp>
      <p:sp>
        <p:nvSpPr>
          <p:cNvPr id="10" name="Shape 7"/>
          <p:cNvSpPr/>
          <p:nvPr/>
        </p:nvSpPr>
        <p:spPr>
          <a:xfrm>
            <a:off x="4688738" y="1920240"/>
            <a:ext cx="777240" cy="777240"/>
          </a:xfrm>
          <a:prstGeom prst="ellipse">
            <a:avLst/>
          </a:prstGeom>
          <a:solidFill>
            <a:srgbClr val="9E2A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762" y="211226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48858" y="1947672"/>
            <a:ext cx="18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Estate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648858" y="2377440"/>
            <a:ext cx="18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nobility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88738" y="2971800"/>
            <a:ext cx="2814218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the top posts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feudal dues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exempt from most taxes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88757" y="1600200"/>
            <a:ext cx="3454298" cy="3465576"/>
          </a:xfrm>
          <a:prstGeom prst="roundRect">
            <a:avLst>
              <a:gd name="adj" fmla="val 2647"/>
            </a:avLst>
          </a:prstGeom>
          <a:solidFill>
            <a:srgbClr val="ECEDF3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8797" y="19202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821" y="211226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468917" y="1947672"/>
            <a:ext cx="18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 Estate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468917" y="2377440"/>
            <a:ext cx="18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508797" y="2971800"/>
            <a:ext cx="2814218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Peasants, workers, merchants, lawyers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people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nearly all the taxes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29437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few who paid least had most of the power. That imbalance is where the story starts.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F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boiled over in 1789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54298" cy="4014216"/>
          </a:xfrm>
          <a:prstGeom prst="roundRect">
            <a:avLst>
              <a:gd name="adj" fmla="val 2647"/>
            </a:avLst>
          </a:prstGeom>
          <a:solidFill>
            <a:srgbClr val="F4EAE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9E2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47672"/>
            <a:ext cx="18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treasury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71800"/>
            <a:ext cx="281421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wars, including help for the American Revolution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needed new taxes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68698" y="1600200"/>
            <a:ext cx="3454298" cy="4014216"/>
          </a:xfrm>
          <a:prstGeom prst="roundRect">
            <a:avLst>
              <a:gd name="adj" fmla="val 2647"/>
            </a:avLst>
          </a:prstGeom>
          <a:solidFill>
            <a:srgbClr val="F4EAEA"/>
          </a:solidFill>
          <a:ln/>
        </p:spPr>
      </p:sp>
      <p:sp>
        <p:nvSpPr>
          <p:cNvPr id="9" name="Shape 6"/>
          <p:cNvSpPr/>
          <p:nvPr/>
        </p:nvSpPr>
        <p:spPr>
          <a:xfrm>
            <a:off x="4688738" y="1920240"/>
            <a:ext cx="777240" cy="777240"/>
          </a:xfrm>
          <a:prstGeom prst="ellipse">
            <a:avLst/>
          </a:prstGeom>
          <a:solidFill>
            <a:srgbClr val="9E2A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762" y="2112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48858" y="1947672"/>
            <a:ext cx="18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Hunger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88738" y="2971800"/>
            <a:ext cx="281421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harvests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bread rose sharply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spent most of their income on food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88757" y="1600200"/>
            <a:ext cx="3454298" cy="4014216"/>
          </a:xfrm>
          <a:prstGeom prst="roundRect">
            <a:avLst>
              <a:gd name="adj" fmla="val 2647"/>
            </a:avLst>
          </a:prstGeom>
          <a:solidFill>
            <a:srgbClr val="F4EAEA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8797" y="1920240"/>
            <a:ext cx="777240" cy="777240"/>
          </a:xfrm>
          <a:prstGeom prst="ellipse">
            <a:avLst/>
          </a:prstGeom>
          <a:solidFill>
            <a:srgbClr val="9E2A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821" y="2112264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468917" y="1947672"/>
            <a:ext cx="1899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ideas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08797" y="2971800"/>
            <a:ext cx="281421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Philosophers such as Rousseau and Montesquieu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Questioned the divine right of kings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Argued for rights and the separation of powers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F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revolution in eight moments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71600" y="3703320"/>
            <a:ext cx="9448495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2728" y="358444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017520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1789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Estates-General meets at Versailles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2513" y="358444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1385" y="3822192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128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Jun 1789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21285" y="4800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Court Oath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952298" y="3584448"/>
            <a:ext cx="237744" cy="237744"/>
          </a:xfrm>
          <a:prstGeom prst="ellipse">
            <a:avLst/>
          </a:prstGeom>
          <a:solidFill>
            <a:srgbClr val="9E2A2B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71170" y="3017520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7107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Jul 1789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71070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 of the Bastille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02083" y="358444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20955" y="3822192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2085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 1789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20855" y="4800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of the Rights of Man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51868" y="358444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0740" y="3017520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7064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70640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written constitution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01653" y="358444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0525" y="3822192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2042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 1792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20425" y="4800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becomes a republic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351438" y="358444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0310" y="3017520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7021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1793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70210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XVI executed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701223" y="358444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E2A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20095" y="3822192"/>
            <a:ext cx="0" cy="566928"/>
          </a:xfrm>
          <a:prstGeom prst="line">
            <a:avLst/>
          </a:prstGeom>
          <a:noFill/>
          <a:ln w="15875">
            <a:solidFill>
              <a:srgbClr val="E6D3D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1999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1799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019995" y="4800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Napoleon seizes power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F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acques-Louis David's drawing of the Tennis Court O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735" y="0"/>
            <a:ext cx="53949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8580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JUNE 1789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5608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Tennis Court Oath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146304" cy="146304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229514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out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their meeting hall, deputies of the Third Estate gathered at an indoor tennis court.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46304" cy="146304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25526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swore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separate until France had a constitution.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146304" cy="146304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21538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first open challenge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king's absolute power.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544068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F4EA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532120"/>
            <a:ext cx="5150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arms raised in David's picture. What is he trying to make you feel?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13087" y="6528816"/>
            <a:ext cx="246888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13087" y="6528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Jacques-Louis David · CC0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Declaration of the Rights of Man and of the Citiz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3949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68580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1789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035040" y="1005840"/>
            <a:ext cx="5608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Liberty, equality, fraternity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035040" y="2423160"/>
            <a:ext cx="146304" cy="146304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229514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 are born and remain free and equal in rights.”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35040" y="3383280"/>
            <a:ext cx="146304" cy="146304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325526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rights: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liberty, property, security and resistance to oppression.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035040" y="4343400"/>
            <a:ext cx="146304" cy="146304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421538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belongs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nation, not to the king.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035040" y="544068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F4EA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63640" y="5532120"/>
            <a:ext cx="5150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Preamble also promises liberty, equality and fraternity.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953512" y="6528816"/>
            <a:ext cx="233172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53512" y="6528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Unknown · Public domain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the Reign of Terror the revolution defending itself, or betraying itself?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8229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977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1793–94 thousands were executed as 'enemies of the revolution'. Take a side, and use one event from the timeline as evidence.</a:t>
            </a:r>
            <a:endParaRPr lang="en-US" sz="1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revolution left behind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328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of absolute monarchy in France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90824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3284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10864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710864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that power comes from citizens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328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rights for individuals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75191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328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95231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395231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Ideals that shaped constitutions, including India's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  </a:t>
            </a:r>
            <a:pPr indent="0" marL="0">
              <a:buNone/>
            </a:pPr>
            <a:r>
              <a:rPr lang="en-US" sz="170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five lines: which idea from 1789 matters most in your life today?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ran The French Revolution">
  <a:themeElements>
    <a:clrScheme name="Vivran The French Revolution">
      <a:dk1>
        <a:srgbClr val="1B1F3B"/>
      </a:dk1>
      <a:lt1>
        <a:srgbClr val="FFFFFF"/>
      </a:lt1>
      <a:dk2>
        <a:srgbClr val="14172E"/>
      </a:dk2>
      <a:lt2>
        <a:srgbClr val="F4EAEA"/>
      </a:lt2>
      <a:accent1>
        <a:srgbClr val="9E2A2B"/>
      </a:accent1>
      <a:accent2>
        <a:srgbClr val="D4AF37"/>
      </a:accent2>
      <a:accent3>
        <a:srgbClr val="5A5F78"/>
      </a:accent3>
      <a:accent4>
        <a:srgbClr val="9E2A2B"/>
      </a:accent4>
      <a:accent5>
        <a:srgbClr val="5A5F78"/>
      </a:accent5>
      <a:accent6>
        <a:srgbClr val="E6D3D3"/>
      </a:accent6>
      <a:hlink>
        <a:srgbClr val="9E2A2B"/>
      </a:hlink>
      <a:folHlink>
        <a:srgbClr val="5A5F78"/>
      </a:folHlink>
    </a:clrScheme>
    <a:fontScheme name="Vivran The French Revolu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Vivran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French Revolution · Class 9</dc:title>
  <dc:subject>PptxGenJS Presentation</dc:subject>
  <dc:creator>Vivran</dc:creator>
  <cp:lastModifiedBy>Vivran</cp:lastModifiedBy>
  <cp:revision>1</cp:revision>
  <dcterms:created xsi:type="dcterms:W3CDTF">2026-10-23T08:53:39Z</dcterms:created>
  <dcterms:modified xsi:type="dcterms:W3CDTF">2026-10-23T08:53:39Z</dcterms:modified>
</cp:coreProperties>
</file>